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tags/tag104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Override PartName="/ppt/tags/tag96.xml" ContentType="application/vnd.openxmlformats-officedocument.presentationml.tags+xml"/>
  <Override PartName="/ppt/tags/tag100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85.xml" ContentType="application/vnd.openxmlformats-officedocument.presentationml.tag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92.xml" ContentType="application/vnd.openxmlformats-officedocument.presentationml.tags+xml"/>
  <Override PartName="/docProps/custom.xml" ContentType="application/vnd.openxmlformats-officedocument.custom-propertie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tags/tag105.xml" ContentType="application/vnd.openxmlformats-officedocument.presentationml.tag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59.xml" ContentType="application/vnd.openxmlformats-officedocument.presentationml.tags+xml"/>
  <Override PartName="/ppt/tags/tag68.xml" ContentType="application/vnd.openxmlformats-officedocument.presentationml.tags+xml"/>
  <Override PartName="/ppt/tags/tag77.xml" ContentType="application/vnd.openxmlformats-officedocument.presentationml.tags+xml"/>
  <Override PartName="/ppt/tags/tag86.xml" ContentType="application/vnd.openxmlformats-officedocument.presentationml.tags+xml"/>
  <Override PartName="/ppt/tags/tag88.xml" ContentType="application/vnd.openxmlformats-officedocument.presentationml.tags+xml"/>
  <Override PartName="/ppt/tags/tag97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ppt/tags/tag75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tags/tag73.xml" ContentType="application/vnd.openxmlformats-officedocument.presentationml.tags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Default Extension="gif" ContentType="image/gif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tags/tag108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ppt/tags/tag106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02.xml" ContentType="application/vnd.openxmlformats-officedocument.presentationml.tags+xml"/>
  <Override PartName="/ppt/slides/slide2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87.xml" ContentType="application/vnd.openxmlformats-officedocument.presentationml.tags+xml"/>
  <Default Extension="rels" ContentType="application/vnd.openxmlformats-package.relationships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tags/tag94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83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90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72" r:id="rId2"/>
    <p:sldId id="256" r:id="rId3"/>
    <p:sldId id="273" r:id="rId4"/>
    <p:sldId id="257" r:id="rId5"/>
    <p:sldId id="274" r:id="rId6"/>
    <p:sldId id="267" r:id="rId7"/>
    <p:sldId id="258" r:id="rId8"/>
    <p:sldId id="259" r:id="rId9"/>
    <p:sldId id="260" r:id="rId10"/>
    <p:sldId id="264" r:id="rId11"/>
    <p:sldId id="265" r:id="rId12"/>
    <p:sldId id="261" r:id="rId13"/>
    <p:sldId id="271" r:id="rId14"/>
    <p:sldId id="275" r:id="rId15"/>
    <p:sldId id="276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47" autoAdjust="0"/>
  </p:normalViewPr>
  <p:slideViewPr>
    <p:cSldViewPr>
      <p:cViewPr varScale="1">
        <p:scale>
          <a:sx n="79" d="100"/>
          <a:sy n="79" d="100"/>
        </p:scale>
        <p:origin x="-179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" y="444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DF914-425F-41E6-A3D5-C9AF94677090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B83A6-F975-4A7A-B0EA-D34BC90783A6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A495DD3-418A-4386-B571-5059BC5A9DE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48D90-C61A-43A8-82DB-0C8E76FF990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531CC-1884-4E2F-8579-7BC1E459B669}" type="datetimeFigureOut">
              <a:rPr lang="pt-BR" smtClean="0"/>
              <a:pPr/>
              <a:t>26/10/2011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1EC47-CB7B-49F5-B5EE-B67E0149C9B1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hyperlink" Target="http://www.1bit.com.br/" TargetMode="Externa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hyperlink" Target="http://www.intelitrader.com.br/" TargetMode="Externa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.gif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58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Oitavo Encontro de Programadores C &amp; C++</a:t>
            </a:r>
            <a:endParaRPr lang="pt-BR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57200" y="2133600"/>
            <a:ext cx="8229600" cy="4191000"/>
          </a:xfrm>
        </p:spPr>
        <p:txBody>
          <a:bodyPr>
            <a:normAutofit fontScale="70000" lnSpcReduction="20000"/>
          </a:bodyPr>
          <a:lstStyle/>
          <a:p>
            <a:pPr algn="l"/>
            <a:endParaRPr lang="pt-BR" smtClean="0">
              <a:solidFill>
                <a:schemeClr val="tx1"/>
              </a:solidFill>
            </a:endParaRPr>
          </a:p>
          <a:p>
            <a:pPr algn="l"/>
            <a:r>
              <a:rPr lang="pt-BR" smtClean="0">
                <a:solidFill>
                  <a:schemeClr val="tx1"/>
                </a:solidFill>
              </a:rPr>
              <a:t>Vinicius Jarina: Integrando Lua e C++</a:t>
            </a:r>
          </a:p>
          <a:p>
            <a:pPr algn="l"/>
            <a:endParaRPr lang="pt-BR" smtClean="0">
              <a:solidFill>
                <a:schemeClr val="tx1"/>
              </a:solidFill>
            </a:endParaRPr>
          </a:p>
          <a:p>
            <a:pPr algn="l"/>
            <a:r>
              <a:rPr lang="pt-BR" smtClean="0">
                <a:solidFill>
                  <a:schemeClr val="tx1"/>
                </a:solidFill>
              </a:rPr>
              <a:t>Gianni Rossi: Desenvolvendo aplicações multi-plataformas em C++ para iOS e Android (NDK)</a:t>
            </a:r>
          </a:p>
          <a:p>
            <a:pPr algn="l"/>
            <a:endParaRPr lang="pt-BR" smtClean="0">
              <a:solidFill>
                <a:schemeClr val="tx1"/>
              </a:solidFill>
            </a:endParaRPr>
          </a:p>
          <a:p>
            <a:pPr algn="l"/>
            <a:r>
              <a:rPr lang="pt-BR" smtClean="0">
                <a:solidFill>
                  <a:schemeClr val="tx1"/>
                </a:solidFill>
              </a:rPr>
              <a:t>Rodrigo Strauss: C++11: Do que se trata e como ele vai facilitar a sua vida</a:t>
            </a:r>
          </a:p>
          <a:p>
            <a:pPr algn="l"/>
            <a:endParaRPr lang="pt-BR" smtClean="0">
              <a:solidFill>
                <a:schemeClr val="tx1"/>
              </a:solidFill>
            </a:endParaRPr>
          </a:p>
          <a:p>
            <a:pPr algn="l"/>
            <a:r>
              <a:rPr lang="pt-BR" smtClean="0">
                <a:solidFill>
                  <a:schemeClr val="tx1"/>
                </a:solidFill>
              </a:rPr>
              <a:t>Rodrigo Kumpera: Modelos de memória e porque você precisa saber disso</a:t>
            </a:r>
          </a:p>
          <a:p>
            <a:pPr algn="l"/>
            <a:endParaRPr lang="pt-BR" smtClean="0">
              <a:solidFill>
                <a:schemeClr val="tx1"/>
              </a:solidFill>
            </a:endParaRPr>
          </a:p>
          <a:p>
            <a:pPr algn="l"/>
            <a:r>
              <a:rPr lang="pt-BR" smtClean="0">
                <a:solidFill>
                  <a:schemeClr val="tx1"/>
                </a:solidFill>
              </a:rPr>
              <a:t>Marcelo Zimbres Silva: O framework ROOT: Não apenas para físicos.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C++11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pt-BR" smtClean="0"/>
              <a:t>Rodrigo Strauss</a:t>
            </a:r>
          </a:p>
          <a:p>
            <a:r>
              <a:rPr lang="pt-BR" smtClean="0">
                <a:hlinkClick r:id="rId5"/>
              </a:rPr>
              <a:t>www.1bit.com.br</a:t>
            </a:r>
            <a:endParaRPr lang="pt-BR" smtClean="0"/>
          </a:p>
          <a:p>
            <a:r>
              <a:rPr lang="en-US" smtClean="0"/>
              <a:t>@rodrigostrauss</a:t>
            </a:r>
          </a:p>
          <a:p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Eu, eu e eu</a:t>
            </a:r>
            <a:endParaRPr lang="en-US" dirty="0" smtClean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pt-BR" sz="2800" dirty="0" smtClean="0"/>
              <a:t>Mantenho o site www.1bit.com.br, onde escrevo sobre C++</a:t>
            </a:r>
          </a:p>
          <a:p>
            <a:pPr eaLnBrk="1" hangingPunct="1"/>
            <a:r>
              <a:rPr lang="pt-BR" sz="2800" smtClean="0"/>
              <a:t>Co-Fundador </a:t>
            </a:r>
            <a:r>
              <a:rPr lang="pt-BR" sz="2800" dirty="0" smtClean="0"/>
              <a:t>do grupo C &amp; C++ Brasil</a:t>
            </a:r>
            <a:r>
              <a:rPr lang="pt-BR" sz="2800" baseline="0" dirty="0" smtClean="0"/>
              <a:t> e owner </a:t>
            </a:r>
            <a:r>
              <a:rPr lang="pt-BR" sz="2800" baseline="0" smtClean="0"/>
              <a:t>da lista</a:t>
            </a:r>
          </a:p>
          <a:p>
            <a:pPr eaLnBrk="1" hangingPunct="1"/>
            <a:r>
              <a:rPr lang="en-US" sz="2800" smtClean="0"/>
              <a:t>Sócio Programador da </a:t>
            </a:r>
            <a:r>
              <a:rPr lang="en-US" sz="2800" smtClean="0">
                <a:hlinkClick r:id="rId6"/>
              </a:rPr>
              <a:t>www.intelitrader.com.br</a:t>
            </a:r>
            <a:endParaRPr lang="pt-BR" sz="2800" dirty="0" smtClean="0"/>
          </a:p>
          <a:p>
            <a:pPr eaLnBrk="1" hangingPunct="1"/>
            <a:r>
              <a:rPr lang="pt-BR" sz="2800" dirty="0" smtClean="0"/>
              <a:t>Server side is my side</a:t>
            </a:r>
          </a:p>
          <a:p>
            <a:pPr eaLnBrk="1" hangingPunct="1"/>
            <a:r>
              <a:rPr lang="pt-BR" sz="2800" dirty="0" smtClean="0"/>
              <a:t>Uso C++ porque resolve meus problemas, uso bastante Python também</a:t>
            </a:r>
          </a:p>
          <a:p>
            <a:pPr eaLnBrk="1" hangingPunct="1"/>
            <a:r>
              <a:rPr lang="pt-BR" sz="1800" dirty="0" smtClean="0"/>
              <a:t>mercado financeiro </a:t>
            </a:r>
            <a:r>
              <a:rPr lang="pt-BR" sz="1800" dirty="0" smtClean="0">
                <a:sym typeface="Wingdings" pitchFamily="2" charset="2"/>
              </a:rPr>
              <a:t> segurança da informação </a:t>
            </a:r>
            <a:r>
              <a:rPr lang="pt-BR" sz="1800" dirty="0" smtClean="0"/>
              <a:t> mercado financeiro </a:t>
            </a:r>
            <a:r>
              <a:rPr lang="pt-BR" sz="1800" dirty="0" smtClean="0">
                <a:sym typeface="Wingdings" pitchFamily="2" charset="2"/>
              </a:rPr>
              <a:t> segurança da informação </a:t>
            </a:r>
            <a:r>
              <a:rPr lang="pt-BR" sz="1800" dirty="0" smtClean="0"/>
              <a:t> .NET </a:t>
            </a:r>
            <a:r>
              <a:rPr lang="pt-BR" sz="1800" dirty="0" smtClean="0">
                <a:sym typeface="Wingdings" pitchFamily="2" charset="2"/>
              </a:rPr>
              <a:t> segurança da informação </a:t>
            </a:r>
            <a:r>
              <a:rPr lang="pt-BR" sz="1800" dirty="0" smtClean="0"/>
              <a:t> mercado financeiro</a:t>
            </a:r>
          </a:p>
          <a:p>
            <a:pPr eaLnBrk="1" hangingPunct="1"/>
            <a:r>
              <a:rPr lang="pt-BR" sz="2800" dirty="0" smtClean="0"/>
              <a:t>Windows ou Linux? Eu fico com os dois, porque ainda não estudei BSD ou Solaris.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mtClean="0"/>
              <a:t>Motivo do C++11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mtClean="0"/>
              <a:t>Facilidades de linguagens modernas</a:t>
            </a:r>
          </a:p>
          <a:p>
            <a:r>
              <a:rPr lang="en-US" smtClean="0"/>
              <a:t>Facilidade para ensino</a:t>
            </a:r>
          </a:p>
          <a:p>
            <a:r>
              <a:rPr lang="en-US" smtClean="0"/>
              <a:t>Melhorias na biblioteca padrão</a:t>
            </a:r>
          </a:p>
          <a:p>
            <a:r>
              <a:rPr lang="en-US" smtClean="0"/>
              <a:t>Acabar com “gambiarras</a:t>
            </a:r>
            <a:r>
              <a:rPr lang="en-US" baseline="0" smtClean="0"/>
              <a:t>” do Boost</a:t>
            </a:r>
          </a:p>
          <a:p>
            <a:pPr lvl="1"/>
            <a:r>
              <a:rPr lang="en-US" smtClean="0"/>
              <a:t>lambda</a:t>
            </a:r>
          </a:p>
          <a:p>
            <a:pPr lvl="1"/>
            <a:r>
              <a:rPr lang="en-US" smtClean="0"/>
              <a:t>assert</a:t>
            </a:r>
          </a:p>
          <a:p>
            <a:pPr lvl="1"/>
            <a:r>
              <a:rPr lang="en-US" smtClean="0"/>
              <a:t>bind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Adoção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mtClean="0"/>
              <a:t>GCC</a:t>
            </a:r>
          </a:p>
          <a:p>
            <a:r>
              <a:rPr lang="en-US" smtClean="0"/>
              <a:t>Visual</a:t>
            </a:r>
            <a:r>
              <a:rPr lang="en-US" baseline="0" smtClean="0"/>
              <a:t> C++ 2010</a:t>
            </a:r>
          </a:p>
          <a:p>
            <a:r>
              <a:rPr lang="en-US" baseline="0" smtClean="0"/>
              <a:t>Intel C</a:t>
            </a:r>
          </a:p>
          <a:p>
            <a: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baseline="0" smtClean="0"/>
              <a:t>Mais detalhes em </a:t>
            </a:r>
            <a:r>
              <a:rPr lang="pt-BR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http://wiki.apache.org/stdcxx/C++0xCompilerSupport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Bibliotecas TR11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mtClean="0"/>
              <a:t>thread</a:t>
            </a:r>
          </a:p>
          <a:p>
            <a:r>
              <a:rPr lang="en-US" smtClean="0"/>
              <a:t>shared_ptr</a:t>
            </a:r>
          </a:p>
          <a:p>
            <a:r>
              <a:rPr lang="en-US" smtClean="0"/>
              <a:t>regex</a:t>
            </a:r>
          </a:p>
          <a:p>
            <a:r>
              <a:rPr lang="en-US" smtClean="0"/>
              <a:t>tuple</a:t>
            </a:r>
          </a:p>
          <a:p>
            <a:r>
              <a:rPr lang="en-US" smtClean="0"/>
              <a:t>array</a:t>
            </a:r>
          </a:p>
          <a:p>
            <a:r>
              <a:rPr lang="en-US" smtClean="0"/>
              <a:t>unordered_map (hash table)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Lambda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Possibilidade de criar funções anônimas</a:t>
            </a:r>
          </a:p>
          <a:p>
            <a:r>
              <a:rPr lang="en-US" smtClean="0"/>
              <a:t>Muito útil para algoritmos</a:t>
            </a:r>
          </a:p>
          <a:p>
            <a:r>
              <a:rPr lang="en-US" smtClean="0"/>
              <a:t>Boost bind nunca mais!</a:t>
            </a:r>
          </a:p>
          <a:p>
            <a:r>
              <a:rPr lang="en-US" smtClean="0"/>
              <a:t>Até onde eu sei, a implementação</a:t>
            </a:r>
            <a:r>
              <a:rPr lang="en-US" baseline="0" smtClean="0"/>
              <a:t> mais, digamos, detalhada</a:t>
            </a:r>
          </a:p>
          <a:p>
            <a:pPr lvl="1"/>
            <a:r>
              <a:rPr lang="en-US" smtClean="0"/>
              <a:t>Especificação de captura e escopo</a:t>
            </a:r>
          </a:p>
          <a:p>
            <a:pPr>
              <a:buNone/>
            </a:pPr>
            <a:r>
              <a:rPr lang="en-US" sz="2800" smtClean="0">
                <a:latin typeface="Consolas" pitchFamily="49" charset="0"/>
                <a:cs typeface="Consolas" pitchFamily="49" charset="0"/>
              </a:rPr>
              <a:t>for_each(</a:t>
            </a:r>
            <a:br>
              <a:rPr lang="en-US" sz="2800" smtClean="0">
                <a:latin typeface="Consolas" pitchFamily="49" charset="0"/>
                <a:cs typeface="Consolas" pitchFamily="49" charset="0"/>
              </a:rPr>
            </a:br>
            <a:r>
              <a:rPr lang="en-US" sz="2800" smtClean="0">
                <a:latin typeface="Consolas" pitchFamily="49" charset="0"/>
                <a:cs typeface="Consolas" pitchFamily="49" charset="0"/>
              </a:rPr>
              <a:t>v.begin(), </a:t>
            </a:r>
            <a:br>
              <a:rPr lang="en-US" sz="2800" smtClean="0">
                <a:latin typeface="Consolas" pitchFamily="49" charset="0"/>
                <a:cs typeface="Consolas" pitchFamily="49" charset="0"/>
              </a:rPr>
            </a:br>
            <a:r>
              <a:rPr lang="en-US" sz="2800" smtClean="0">
                <a:latin typeface="Consolas" pitchFamily="49" charset="0"/>
                <a:cs typeface="Consolas" pitchFamily="49" charset="0"/>
              </a:rPr>
              <a:t>v.end(), </a:t>
            </a:r>
            <a:br>
              <a:rPr lang="en-US" sz="2800" smtClean="0">
                <a:latin typeface="Consolas" pitchFamily="49" charset="0"/>
                <a:cs typeface="Consolas" pitchFamily="49" charset="0"/>
              </a:rPr>
            </a:br>
            <a:r>
              <a:rPr lang="en-US" sz="2800" smtClean="0">
                <a:latin typeface="Consolas" pitchFamily="49" charset="0"/>
                <a:cs typeface="Consolas" pitchFamily="49" charset="0"/>
              </a:rPr>
              <a:t>[](string a) {cout &lt;&lt; a;});</a:t>
            </a:r>
            <a:endParaRPr lang="pt-BR" sz="2800">
              <a:latin typeface="Consolas" pitchFamily="49" charset="0"/>
              <a:cs typeface="Consolas" pitchFamily="49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Nullptr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mtClean="0"/>
              <a:t>Constante para ponteiro</a:t>
            </a:r>
            <a:r>
              <a:rPr lang="en-US" baseline="0" smtClean="0"/>
              <a:t> nulo, e não mais um #define NULL 0</a:t>
            </a:r>
          </a:p>
          <a:p>
            <a:r>
              <a:rPr lang="en-US" baseline="0" smtClean="0"/>
              <a:t>Resolve o problema de overload de funções para int ou xpto*</a:t>
            </a:r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Auto e decltype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mtClean="0"/>
              <a:t>auto</a:t>
            </a:r>
          </a:p>
          <a:p>
            <a:pPr lvl="1"/>
            <a:r>
              <a:rPr lang="en-US" smtClean="0"/>
              <a:t>Deduz o tipo</a:t>
            </a:r>
            <a:r>
              <a:rPr lang="en-US" baseline="0" smtClean="0"/>
              <a:t> da variável pelo tipo da expressão rvalue na atribuição</a:t>
            </a:r>
          </a:p>
          <a:p>
            <a:pPr lvl="1"/>
            <a:r>
              <a:rPr lang="en-US" baseline="0" smtClean="0"/>
              <a:t>auto a = 10;</a:t>
            </a:r>
          </a:p>
          <a:p>
            <a:pPr lvl="1"/>
            <a:r>
              <a:rPr lang="en-US" baseline="0" smtClean="0"/>
              <a:t>for(auto i = v.begin() ; i != v.end() ; ++i);</a:t>
            </a:r>
          </a:p>
          <a:p>
            <a:pPr lvl="1"/>
            <a:r>
              <a:rPr lang="en-US" smtClean="0"/>
              <a:t>decltype(a) b;</a:t>
            </a:r>
            <a:endParaRPr lang="en-US" baseline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Nova sintaxe para</a:t>
            </a:r>
            <a:r>
              <a:rPr lang="en-US" baseline="0" smtClean="0"/>
              <a:t> declarar funções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pt-BR" smtClean="0"/>
              <a:t>Tipo de retorno depois da função</a:t>
            </a:r>
          </a:p>
          <a:p>
            <a:r>
              <a:rPr lang="en-US" smtClean="0"/>
              <a:t>auto func(int a, int b) -&gt; int { return a + b; }</a:t>
            </a:r>
          </a:p>
          <a:p>
            <a:r>
              <a:rPr lang="en-US" smtClean="0"/>
              <a:t>Útil para templates</a:t>
            </a:r>
          </a:p>
          <a:p>
            <a:pPr lvl="1">
              <a:buNone/>
            </a:pPr>
            <a:r>
              <a:rPr lang="en-US" smtClean="0"/>
              <a:t>template&lt;typename T&gt;</a:t>
            </a:r>
          </a:p>
          <a:p>
            <a:pPr lvl="1">
              <a:buNone/>
            </a:pPr>
            <a:r>
              <a:rPr lang="en-US" smtClean="0"/>
              <a:t>auto func(T a, T b) -&gt; decltype(a+b) { return a + b; }</a:t>
            </a:r>
          </a:p>
          <a:p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smtClean="0"/>
              <a:t>Fuções</a:t>
            </a:r>
            <a:r>
              <a:rPr lang="en-US" baseline="0" smtClean="0"/>
              <a:t> de uma classes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en-US" smtClean="0"/>
              <a:t>delete</a:t>
            </a:r>
          </a:p>
          <a:p>
            <a:pPr lvl="0"/>
            <a:r>
              <a:rPr lang="en-US" smtClean="0"/>
              <a:t>default</a:t>
            </a:r>
          </a:p>
          <a:p>
            <a:pPr lvl="0"/>
            <a:r>
              <a:rPr lang="en-US" smtClean="0"/>
              <a:t>final</a:t>
            </a:r>
          </a:p>
          <a:p>
            <a:pPr lvl="0"/>
            <a:r>
              <a:rPr lang="en-US" smtClean="0"/>
              <a:t>Override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Rvalue reference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mtClean="0"/>
              <a:t>Possibilita</a:t>
            </a:r>
            <a:r>
              <a:rPr lang="en-US" baseline="0" smtClean="0"/>
              <a:t> mover um rvalue</a:t>
            </a:r>
          </a:p>
          <a:p>
            <a:r>
              <a:rPr lang="en-US" baseline="0" smtClean="0"/>
              <a:t>Aumenta performance por remover cópias</a:t>
            </a:r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static_assert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en-US" smtClean="0"/>
              <a:t>Checar</a:t>
            </a:r>
            <a:r>
              <a:rPr lang="en-US" baseline="0" smtClean="0"/>
              <a:t> condições em tempo de compilação</a:t>
            </a:r>
          </a:p>
          <a:p>
            <a:pPr lvl="0"/>
            <a:r>
              <a:rPr lang="en-US" smtClean="0"/>
              <a:t>Útil para programação com templates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smtClean="0"/>
              <a:t>E muito mais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smtClean="0"/>
              <a:t>Variadic Templates</a:t>
            </a:r>
          </a:p>
          <a:p>
            <a:pPr lvl="0"/>
            <a:r>
              <a:rPr lang="en-US" smtClean="0"/>
              <a:t>String literals</a:t>
            </a:r>
          </a:p>
          <a:p>
            <a:pPr lvl="1"/>
            <a:r>
              <a:rPr lang="en-US" smtClean="0"/>
              <a:t>Utf8 (u8), utf16 (u) e utf32 (U)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 tipado</a:t>
            </a:r>
            <a:endParaRPr lang="pt-BR" smtClean="0"/>
          </a:p>
          <a:p>
            <a:pPr lvl="0"/>
            <a:r>
              <a:rPr lang="en-US" smtClean="0"/>
              <a:t>Sintaxe para inicialização uniforme</a:t>
            </a:r>
          </a:p>
          <a:p>
            <a:pPr lvl="0"/>
            <a:r>
              <a:rPr lang="en-US" smtClean="0"/>
              <a:t>Constructor delegate</a:t>
            </a:r>
          </a:p>
          <a:p>
            <a:pPr lvl="0"/>
            <a:r>
              <a:rPr lang="en-US" smtClean="0"/>
              <a:t>Range based loop</a:t>
            </a:r>
          </a:p>
          <a:p>
            <a:pPr lvl="0"/>
            <a:r>
              <a:rPr lang="en-US" smtClean="0"/>
              <a:t>override e final</a:t>
            </a:r>
          </a:p>
          <a:p>
            <a:pPr lvl="0"/>
            <a:r>
              <a:rPr lang="pt-BR" smtClean="0"/>
              <a:t>sizeof(SomeType::member);</a:t>
            </a:r>
          </a:p>
          <a:p>
            <a:pPr lvl="0"/>
            <a:r>
              <a:rPr lang="en-US" smtClean="0"/>
              <a:t>“Isso não é um shift!”</a:t>
            </a:r>
          </a:p>
          <a:p>
            <a:pPr lvl="0"/>
            <a:r>
              <a:rPr lang="en-US" smtClean="0"/>
              <a:t>Template alias</a:t>
            </a:r>
          </a:p>
          <a:p>
            <a:r>
              <a:rPr lang="pt-BR" smtClean="0"/>
              <a:t>Unrestricted unions</a:t>
            </a:r>
          </a:p>
          <a:p>
            <a:pPr lvl="0"/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pt-BR" dirty="0" smtClean="0"/>
              <a:t>You Win. Flawless Victory. Fatality</a:t>
            </a:r>
            <a:endParaRPr lang="en-US" dirty="0"/>
          </a:p>
        </p:txBody>
      </p:sp>
      <p:pic>
        <p:nvPicPr>
          <p:cNvPr id="4" name="Content Placeholder 3" descr="69px-Gira_manivela_scorpion.gif"/>
          <p:cNvPicPr>
            <a:picLocks noGrp="1" noChangeAspect="1"/>
          </p:cNvPicPr>
          <p:nvPr>
            <p:ph idx="1"/>
            <p:custDataLst>
              <p:tags r:id="rId3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3886200" y="2590800"/>
            <a:ext cx="1319213" cy="2275164"/>
          </a:xfr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ondk7afvchXWdSBlTOSkk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4hypXjfV0olCvOnYjqDAJ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T4Ef0diEkCj2jWMHcVgh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AAnMXUvsHJC7ntLIj1Dl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jsvrcCdIksGku4Sdfo9RV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qbyiWuCfEUvRgUhwHSfY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q2ZGQ5LfccNJ1jSTGJ54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PCNXWJGhCWagLvjfDxtoI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3xTXDNcwSklEdmTT81yVz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zKymAr5yAp3wzg3Y5S46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V6iXlJorQNIcX8phdKqkJ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BGNCPaWFQtNJPs3D5la9z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OniVzOFjGJ6ZvC9IUdvaX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oeiXdAF49AmkSqkUA70w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CQWrtmrWDojyY3CCB5EB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CaKJoZDoaqsjCs0L6iCcX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1jrghYvURbu6eMHJYrjf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6FraBPYlZnzE8qi7IESfz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Pwde4nkaSHJ9dLP6mGVv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wADhqQJFnZjPQVWnLB1Ov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ZcwiChcj34IZDANWtrdk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nVU9ZUkunBFFE4Ty7na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L7VjMYEynhwa8PBosihY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7jYWJ3UkQ93ABOYQcWFV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8uveiaE4THH50CkQfBD3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6ydMpB6liDGNatquKKFL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SwOmwlH4hXRLnW1vK3Xy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ocrQpKQToG6KGGY35LEe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Wp6utfZBNIYO8BVFVWdnz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FDgkxHYcTaIFg1KVhBUMS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MRym7pPH0XaKJse8IhDBO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6slTU0FCtMihRoMaAync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vviiH8TC9hzYL51evO1ou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srAPmxH5dCElWPACjxIQ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ITDG8m2zaLg83QHRLlV3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kp9bDTuuFDJrJHbGol2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5OMKVrLmUzWLzewXI94G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oC7ZG5XA1pvrjlpSY2IiJ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uY8X9rCSzLMtpaDVLFpk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g7UbyPb1XNTe79RJWvX9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PVef2h3SoBXH02XTMGyO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Aa2u42IUmpHxs5gjA9KTU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CarQHZCbshUGfKcLYekY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gayXGzcxNV46yR2elIhb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CLPv7OavyVsqUghKi2YUu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C8ckJKTBHQgRyM7bsomh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D8XLWBqec1UD9GjM5qBW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93IuC7AAxcDuv4nXNibs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WUCqRFiWFpT2YT3rYiEBu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Fbep8DjLMXV7NScgUhB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As6tUlkTN2KeVXeCgajm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52MfzL2KkSbM5J8VdhZRZ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bSSUXDD6iazun3HEMyR2I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28SvtlW1nM6aQTmEOo7d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cBl4dzvrZXbkPJ2s9h9gN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ncdOi7JtUvh1Wgap8nwW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Zw3CBmfQ3jeqd9RpgnHw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3ONLiK9LKQZddHKFvne4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Nw30xJ68eg7isfPP4uGhz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q0VaEBRjiXe50hIhcqFBB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5UeuQGjJnaoq525n4vhVX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3nfx6NigCXLHU0W9LbZzz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HAcGbOl9kGMVQQfizwq7x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5hLhO1ms7QWUATJfQf99MK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Z2vtZLI3Kts0F68HCzFO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cDLnHclRVD9naLogLIfOi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Mwaar5t0RcNfoJVP20Cv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e5vTL2C0YMSpK77iyRHm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BnWhJQ0XzPTglwBrx7SIb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SlvgeynUKruPunpKRbDr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SXf7RqkLYxwBQRIB4vISx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RiVmimOWyx6GLN8AlVxa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zBlpZs2S1irfRTSyX8d9wX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cEqFX9Q6owFKu8WujLZ1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vtMAH7kzuwiXahR4TR7s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EnVgQKSCCLljTWiK7UKWc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RzVwx9EK6pY36Xcu7YW2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v96Vtt9Mln9frmqLOEiO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cVGJpTbRRXE1s0svVsmxV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hzPDYlludhtlBRZdPR3qf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qglTpxnIGa4HFnUogakj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6gWC2cS3NQwcVOKsCr7Q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BA2su3N6Iap99WTmsJMO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rwXFCfR8TLB8SbyeCgMnN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0wP3g5RommBOf92Q0G8f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y08UawpnFCks9vvPqyeA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y03HOd7w2EkiYWwH4lJw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lGWJcGBHp7SKfpNYWNbo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Np22IMPd8dSUs8QsHbg9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8QxyjJuTQKxzcEFMvkGO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9A7zBpMrrHEICb86wSbNF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q3unQBDyfWn8hbuat6Jen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nSVcMVGWsL91qt4VSSgiu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VuUD21Jl4fVc6PaBgOgY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b4muhkQz5hJiGBrDOISiu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ZgL15xdQY4DMHRQiDl5T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Z2Sk9MxiL02GKX9tu7JAV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Cq60XiXGBKWRjXwBVF2nB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dir6M0buLMdcI2JxIBwC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6ZZE5Uu4Qh4EzWfBB2E4C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kam3bxeXKsatPCtlty9Y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DfEM4oBLsyr8mNVFz3Qe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2V1f9p9c7U4EmA4nX3bSpC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IHGaoQNydCCS4MqBFaAj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TQwQ4m9iJaxOrofi5iZM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vfaOUJKuYS2ZkYVdZ7WkD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DyhEldZ7d8C7NPEyMroVS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kfl1mm4hjhrmdXyp1WiC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4138</TotalTime>
  <Words>465</Words>
  <Application>Microsoft Office PowerPoint</Application>
  <PresentationFormat>On-screen Show (4:3)</PresentationFormat>
  <Paragraphs>92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Oitavo Encontro de Programadores C &amp; C++</vt:lpstr>
      <vt:lpstr>C++11</vt:lpstr>
      <vt:lpstr>Eu, eu e eu</vt:lpstr>
      <vt:lpstr>Motivo do C++11</vt:lpstr>
      <vt:lpstr>Adoção</vt:lpstr>
      <vt:lpstr>Bibliotecas TR11</vt:lpstr>
      <vt:lpstr>Lambda</vt:lpstr>
      <vt:lpstr>Nullptr</vt:lpstr>
      <vt:lpstr>Auto e decltype</vt:lpstr>
      <vt:lpstr>Nova sintaxe para declarar funções</vt:lpstr>
      <vt:lpstr>Fuções de uma classes</vt:lpstr>
      <vt:lpstr>Rvalue reference</vt:lpstr>
      <vt:lpstr>static_assert</vt:lpstr>
      <vt:lpstr>E muito mais</vt:lpstr>
      <vt:lpstr>You Win. Flawless Victory. Fatality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C++11</dc:title>
  <dc:creator>Rodrigo Strauss</dc:creator>
  <cp:lastModifiedBy>theone</cp:lastModifiedBy>
  <cp:revision>196</cp:revision>
  <dcterms:created xsi:type="dcterms:W3CDTF">2011-09-14T01:20:53Z</dcterms:created>
  <dcterms:modified xsi:type="dcterms:W3CDTF">2011-10-26T11:20:19Z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Tracking">
    <vt:lpwstr>true</vt:lpwstr>
  </property>
  <property fmtid="{D5CDD505-2E9C-101B-9397-08002B2CF9AE}" pid="3" name="Google.Documents.DocumentId">
    <vt:lpwstr>1CQlP0LkJUutLuvqOs-uuSUO6nVsMAYs_YAS4enIoy-Y</vt:lpwstr>
  </property>
  <property fmtid="{D5CDD505-2E9C-101B-9397-08002B2CF9AE}" pid="4" name="Google.Documents.RevisionId">
    <vt:lpwstr>06781664222814426862</vt:lpwstr>
  </property>
  <property fmtid="{D5CDD505-2E9C-101B-9397-08002B2CF9AE}" pid="5" name="Google.Documents.PreviousRevisionId">
    <vt:lpwstr>13858140788694474690</vt:lpwstr>
  </property>
  <property fmtid="{D5CDD505-2E9C-101B-9397-08002B2CF9AE}" pid="6" name="Google.Documents.PluginVersion">
    <vt:lpwstr>2.0.2154.5604</vt:lpwstr>
  </property>
  <property fmtid="{D5CDD505-2E9C-101B-9397-08002B2CF9AE}" pid="7" name="Google.Documents.MergeIncapabilityFlags">
    <vt:i4>0</vt:i4>
  </property>
</Properties>
</file>